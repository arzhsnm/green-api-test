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C2478D-10BB-43D3-A39B-47C9844F6FB1}" v="16" dt="2026-06-06T22:22:23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88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ружан Жайсанбаева" userId="1c924cdf88283e82" providerId="LiveId" clId="{08D47082-CEBA-4028-8D26-8F79B0D571BC}"/>
    <pc:docChg chg="undo custSel addSld delSld modSld sldOrd">
      <pc:chgData name="Аружан Жайсанбаева" userId="1c924cdf88283e82" providerId="LiveId" clId="{08D47082-CEBA-4028-8D26-8F79B0D571BC}" dt="2026-06-06T22:22:44.189" v="397" actId="27636"/>
      <pc:docMkLst>
        <pc:docMk/>
      </pc:docMkLst>
      <pc:sldChg chg="modSp new mod">
        <pc:chgData name="Аружан Жайсанбаева" userId="1c924cdf88283e82" providerId="LiveId" clId="{08D47082-CEBA-4028-8D26-8F79B0D571BC}" dt="2026-06-06T21:51:12.370" v="48" actId="2711"/>
        <pc:sldMkLst>
          <pc:docMk/>
          <pc:sldMk cId="2708911278" sldId="256"/>
        </pc:sldMkLst>
        <pc:spChg chg="mod">
          <ac:chgData name="Аружан Жайсанбаева" userId="1c924cdf88283e82" providerId="LiveId" clId="{08D47082-CEBA-4028-8D26-8F79B0D571BC}" dt="2026-06-06T21:50:27.966" v="5" actId="14100"/>
          <ac:spMkLst>
            <pc:docMk/>
            <pc:sldMk cId="2708911278" sldId="256"/>
            <ac:spMk id="2" creationId="{F73783F9-C78E-CBFA-06CC-9710D2E4A459}"/>
          </ac:spMkLst>
        </pc:spChg>
        <pc:spChg chg="mod">
          <ac:chgData name="Аружан Жайсанбаева" userId="1c924cdf88283e82" providerId="LiveId" clId="{08D47082-CEBA-4028-8D26-8F79B0D571BC}" dt="2026-06-06T21:51:12.370" v="48" actId="2711"/>
          <ac:spMkLst>
            <pc:docMk/>
            <pc:sldMk cId="2708911278" sldId="256"/>
            <ac:spMk id="3" creationId="{21E8E08A-3152-16D7-7DA7-5B959080A60A}"/>
          </ac:spMkLst>
        </pc:spChg>
      </pc:sldChg>
      <pc:sldChg chg="addSp delSp modSp new mod">
        <pc:chgData name="Аружан Жайсанбаева" userId="1c924cdf88283e82" providerId="LiveId" clId="{08D47082-CEBA-4028-8D26-8F79B0D571BC}" dt="2026-06-06T21:58:13.108" v="126" actId="14100"/>
        <pc:sldMkLst>
          <pc:docMk/>
          <pc:sldMk cId="4173009689" sldId="257"/>
        </pc:sldMkLst>
        <pc:spChg chg="del">
          <ac:chgData name="Аружан Жайсанбаева" userId="1c924cdf88283e82" providerId="LiveId" clId="{08D47082-CEBA-4028-8D26-8F79B0D571BC}" dt="2026-06-06T21:52:27.752" v="51" actId="21"/>
          <ac:spMkLst>
            <pc:docMk/>
            <pc:sldMk cId="4173009689" sldId="257"/>
            <ac:spMk id="2" creationId="{95C8E9E8-561A-E24D-9793-ACEE03015294}"/>
          </ac:spMkLst>
        </pc:spChg>
        <pc:spChg chg="mod">
          <ac:chgData name="Аружан Жайсанбаева" userId="1c924cdf88283e82" providerId="LiveId" clId="{08D47082-CEBA-4028-8D26-8F79B0D571BC}" dt="2026-06-06T21:58:13.108" v="126" actId="14100"/>
          <ac:spMkLst>
            <pc:docMk/>
            <pc:sldMk cId="4173009689" sldId="257"/>
            <ac:spMk id="3" creationId="{2BCC81FD-1B70-9F7D-5EF8-A2A2D7E32A4C}"/>
          </ac:spMkLst>
        </pc:spChg>
        <pc:picChg chg="add mod modCrop">
          <ac:chgData name="Аружан Жайсанбаева" userId="1c924cdf88283e82" providerId="LiveId" clId="{08D47082-CEBA-4028-8D26-8F79B0D571BC}" dt="2026-06-06T21:57:02.610" v="101" actId="1076"/>
          <ac:picMkLst>
            <pc:docMk/>
            <pc:sldMk cId="4173009689" sldId="257"/>
            <ac:picMk id="5" creationId="{EA6FCA12-81C5-285B-B290-E87A47BFD6C9}"/>
          </ac:picMkLst>
        </pc:picChg>
      </pc:sldChg>
      <pc:sldChg chg="addSp delSp modSp new mod setBg">
        <pc:chgData name="Аружан Жайсанбаева" userId="1c924cdf88283e82" providerId="LiveId" clId="{08D47082-CEBA-4028-8D26-8F79B0D571BC}" dt="2026-06-06T22:03:34.291" v="158" actId="1076"/>
        <pc:sldMkLst>
          <pc:docMk/>
          <pc:sldMk cId="3727658755" sldId="258"/>
        </pc:sldMkLst>
        <pc:spChg chg="del">
          <ac:chgData name="Аружан Жайсанбаева" userId="1c924cdf88283e82" providerId="LiveId" clId="{08D47082-CEBA-4028-8D26-8F79B0D571BC}" dt="2026-06-06T21:59:00.838" v="129" actId="26606"/>
          <ac:spMkLst>
            <pc:docMk/>
            <pc:sldMk cId="3727658755" sldId="258"/>
            <ac:spMk id="2" creationId="{BFE44E7A-4822-B26D-D127-9300DAB52C31}"/>
          </ac:spMkLst>
        </pc:spChg>
        <pc:spChg chg="del">
          <ac:chgData name="Аружан Жайсанбаева" userId="1c924cdf88283e82" providerId="LiveId" clId="{08D47082-CEBA-4028-8D26-8F79B0D571BC}" dt="2026-06-06T21:58:58.882" v="128" actId="22"/>
          <ac:spMkLst>
            <pc:docMk/>
            <pc:sldMk cId="3727658755" sldId="258"/>
            <ac:spMk id="3" creationId="{300C9FAD-2DBC-0F19-3A82-D97471CED887}"/>
          </ac:spMkLst>
        </pc:spChg>
        <pc:spChg chg="add mod">
          <ac:chgData name="Аружан Жайсанбаева" userId="1c924cdf88283e82" providerId="LiveId" clId="{08D47082-CEBA-4028-8D26-8F79B0D571BC}" dt="2026-06-06T22:03:34.291" v="158" actId="1076"/>
          <ac:spMkLst>
            <pc:docMk/>
            <pc:sldMk cId="3727658755" sldId="258"/>
            <ac:spMk id="7" creationId="{22D90060-7406-D70B-C621-3900052939C9}"/>
          </ac:spMkLst>
        </pc:spChg>
        <pc:picChg chg="add mod ord">
          <ac:chgData name="Аружан Жайсанбаева" userId="1c924cdf88283e82" providerId="LiveId" clId="{08D47082-CEBA-4028-8D26-8F79B0D571BC}" dt="2026-06-06T22:03:28.331" v="157" actId="1076"/>
          <ac:picMkLst>
            <pc:docMk/>
            <pc:sldMk cId="3727658755" sldId="258"/>
            <ac:picMk id="5" creationId="{58CC891E-BD36-087A-194F-0E57D2204F63}"/>
          </ac:picMkLst>
        </pc:picChg>
      </pc:sldChg>
      <pc:sldChg chg="addSp delSp modSp new mod">
        <pc:chgData name="Аружан Жайсанбаева" userId="1c924cdf88283e82" providerId="LiveId" clId="{08D47082-CEBA-4028-8D26-8F79B0D571BC}" dt="2026-06-06T22:02:22.423" v="142" actId="20577"/>
        <pc:sldMkLst>
          <pc:docMk/>
          <pc:sldMk cId="40486953" sldId="259"/>
        </pc:sldMkLst>
        <pc:spChg chg="mod">
          <ac:chgData name="Аружан Жайсанбаева" userId="1c924cdf88283e82" providerId="LiveId" clId="{08D47082-CEBA-4028-8D26-8F79B0D571BC}" dt="2026-06-06T22:02:22.423" v="142" actId="20577"/>
          <ac:spMkLst>
            <pc:docMk/>
            <pc:sldMk cId="40486953" sldId="259"/>
            <ac:spMk id="2" creationId="{2AE0D7D9-4D55-A4A2-AC95-880825D1DF08}"/>
          </ac:spMkLst>
        </pc:spChg>
        <pc:spChg chg="del">
          <ac:chgData name="Аружан Жайсанбаева" userId="1c924cdf88283e82" providerId="LiveId" clId="{08D47082-CEBA-4028-8D26-8F79B0D571BC}" dt="2026-06-06T21:59:58.342" v="131" actId="22"/>
          <ac:spMkLst>
            <pc:docMk/>
            <pc:sldMk cId="40486953" sldId="259"/>
            <ac:spMk id="3" creationId="{EBDBCCCE-9375-AD27-872C-C4D566121237}"/>
          </ac:spMkLst>
        </pc:spChg>
        <pc:picChg chg="add mod ord">
          <ac:chgData name="Аружан Жайсанбаева" userId="1c924cdf88283e82" providerId="LiveId" clId="{08D47082-CEBA-4028-8D26-8F79B0D571BC}" dt="2026-06-06T21:59:58.342" v="131" actId="22"/>
          <ac:picMkLst>
            <pc:docMk/>
            <pc:sldMk cId="40486953" sldId="259"/>
            <ac:picMk id="5" creationId="{D765B8F5-3773-D1CC-6C39-22878E03D04C}"/>
          </ac:picMkLst>
        </pc:picChg>
        <pc:picChg chg="add del">
          <ac:chgData name="Аружан Жайсанбаева" userId="1c924cdf88283e82" providerId="LiveId" clId="{08D47082-CEBA-4028-8D26-8F79B0D571BC}" dt="2026-06-06T22:01:22.692" v="133" actId="22"/>
          <ac:picMkLst>
            <pc:docMk/>
            <pc:sldMk cId="40486953" sldId="259"/>
            <ac:picMk id="7" creationId="{947C56A1-7D5C-E2C7-271C-505E64C23B57}"/>
          </ac:picMkLst>
        </pc:picChg>
      </pc:sldChg>
      <pc:sldChg chg="addSp delSp modSp new mod ord">
        <pc:chgData name="Аружан Жайсанбаева" userId="1c924cdf88283e82" providerId="LiveId" clId="{08D47082-CEBA-4028-8D26-8F79B0D571BC}" dt="2026-06-06T22:07:57.352" v="228" actId="20577"/>
        <pc:sldMkLst>
          <pc:docMk/>
          <pc:sldMk cId="1017618247" sldId="260"/>
        </pc:sldMkLst>
        <pc:spChg chg="mod">
          <ac:chgData name="Аружан Жайсанбаева" userId="1c924cdf88283e82" providerId="LiveId" clId="{08D47082-CEBA-4028-8D26-8F79B0D571BC}" dt="2026-06-06T22:07:57.352" v="228" actId="20577"/>
          <ac:spMkLst>
            <pc:docMk/>
            <pc:sldMk cId="1017618247" sldId="260"/>
            <ac:spMk id="2" creationId="{07563BFC-92B3-06F4-E8FA-BFCF8B60394C}"/>
          </ac:spMkLst>
        </pc:spChg>
        <pc:spChg chg="del">
          <ac:chgData name="Аружан Жайсанбаева" userId="1c924cdf88283e82" providerId="LiveId" clId="{08D47082-CEBA-4028-8D26-8F79B0D571BC}" dt="2026-06-06T22:04:31.362" v="160" actId="22"/>
          <ac:spMkLst>
            <pc:docMk/>
            <pc:sldMk cId="1017618247" sldId="260"/>
            <ac:spMk id="3" creationId="{AF8F4E97-223B-5B3B-8BFD-F09DA9F08B9B}"/>
          </ac:spMkLst>
        </pc:spChg>
        <pc:picChg chg="add mod ord">
          <ac:chgData name="Аружан Жайсанбаева" userId="1c924cdf88283e82" providerId="LiveId" clId="{08D47082-CEBA-4028-8D26-8F79B0D571BC}" dt="2026-06-06T22:07:45.419" v="226" actId="1076"/>
          <ac:picMkLst>
            <pc:docMk/>
            <pc:sldMk cId="1017618247" sldId="260"/>
            <ac:picMk id="5" creationId="{0632516C-EB19-63F4-BE7D-9F847FA9D697}"/>
          </ac:picMkLst>
        </pc:picChg>
      </pc:sldChg>
      <pc:sldChg chg="addSp delSp modSp new mod">
        <pc:chgData name="Аружан Жайсанбаева" userId="1c924cdf88283e82" providerId="LiveId" clId="{08D47082-CEBA-4028-8D26-8F79B0D571BC}" dt="2026-06-06T22:18:23.061" v="333" actId="1076"/>
        <pc:sldMkLst>
          <pc:docMk/>
          <pc:sldMk cId="3314368270" sldId="261"/>
        </pc:sldMkLst>
        <pc:spChg chg="mod">
          <ac:chgData name="Аружан Жайсанбаева" userId="1c924cdf88283e82" providerId="LiveId" clId="{08D47082-CEBA-4028-8D26-8F79B0D571BC}" dt="2026-06-06T22:18:23.061" v="333" actId="1076"/>
          <ac:spMkLst>
            <pc:docMk/>
            <pc:sldMk cId="3314368270" sldId="261"/>
            <ac:spMk id="2" creationId="{43C0150B-1913-52E8-56D1-CA1EB2821488}"/>
          </ac:spMkLst>
        </pc:spChg>
        <pc:spChg chg="del">
          <ac:chgData name="Аружан Жайсанбаева" userId="1c924cdf88283e82" providerId="LiveId" clId="{08D47082-CEBA-4028-8D26-8F79B0D571BC}" dt="2026-06-06T22:05:41.771" v="162" actId="22"/>
          <ac:spMkLst>
            <pc:docMk/>
            <pc:sldMk cId="3314368270" sldId="261"/>
            <ac:spMk id="3" creationId="{86250FE9-AE9D-D7C6-7DC6-748D2D504B2F}"/>
          </ac:spMkLst>
        </pc:spChg>
        <pc:picChg chg="add mod ord">
          <ac:chgData name="Аружан Жайсанбаева" userId="1c924cdf88283e82" providerId="LiveId" clId="{08D47082-CEBA-4028-8D26-8F79B0D571BC}" dt="2026-06-06T22:18:13.423" v="332" actId="1076"/>
          <ac:picMkLst>
            <pc:docMk/>
            <pc:sldMk cId="3314368270" sldId="261"/>
            <ac:picMk id="5" creationId="{98E06209-5F58-6E1F-A6E2-75FBE5227C3D}"/>
          </ac:picMkLst>
        </pc:picChg>
      </pc:sldChg>
      <pc:sldChg chg="addSp delSp modSp new mod">
        <pc:chgData name="Аружан Жайсанбаева" userId="1c924cdf88283e82" providerId="LiveId" clId="{08D47082-CEBA-4028-8D26-8F79B0D571BC}" dt="2026-06-06T22:18:08.694" v="331" actId="1076"/>
        <pc:sldMkLst>
          <pc:docMk/>
          <pc:sldMk cId="4273013822" sldId="262"/>
        </pc:sldMkLst>
        <pc:spChg chg="mod">
          <ac:chgData name="Аружан Жайсанбаева" userId="1c924cdf88283e82" providerId="LiveId" clId="{08D47082-CEBA-4028-8D26-8F79B0D571BC}" dt="2026-06-06T22:18:08.694" v="331" actId="1076"/>
          <ac:spMkLst>
            <pc:docMk/>
            <pc:sldMk cId="4273013822" sldId="262"/>
            <ac:spMk id="2" creationId="{43BDC332-A33F-2306-5BA2-97D3FC29DB26}"/>
          </ac:spMkLst>
        </pc:spChg>
        <pc:spChg chg="del">
          <ac:chgData name="Аружан Жайсанбаева" userId="1c924cdf88283e82" providerId="LiveId" clId="{08D47082-CEBA-4028-8D26-8F79B0D571BC}" dt="2026-06-06T22:10:14.968" v="253" actId="22"/>
          <ac:spMkLst>
            <pc:docMk/>
            <pc:sldMk cId="4273013822" sldId="262"/>
            <ac:spMk id="3" creationId="{81BA89E6-6B08-5E9B-D4DB-4AEE75C2E41F}"/>
          </ac:spMkLst>
        </pc:spChg>
        <pc:picChg chg="add mod ord modCrop">
          <ac:chgData name="Аружан Жайсанбаева" userId="1c924cdf88283e82" providerId="LiveId" clId="{08D47082-CEBA-4028-8D26-8F79B0D571BC}" dt="2026-06-06T22:18:01.509" v="330" actId="1076"/>
          <ac:picMkLst>
            <pc:docMk/>
            <pc:sldMk cId="4273013822" sldId="262"/>
            <ac:picMk id="5" creationId="{0443EB1B-596E-02A6-B46B-0900DF7D2C7B}"/>
          </ac:picMkLst>
        </pc:picChg>
      </pc:sldChg>
      <pc:sldChg chg="addSp delSp modSp new mod">
        <pc:chgData name="Аружан Жайсанбаева" userId="1c924cdf88283e82" providerId="LiveId" clId="{08D47082-CEBA-4028-8D26-8F79B0D571BC}" dt="2026-06-06T22:18:39.917" v="335" actId="1076"/>
        <pc:sldMkLst>
          <pc:docMk/>
          <pc:sldMk cId="68241852" sldId="263"/>
        </pc:sldMkLst>
        <pc:spChg chg="mod">
          <ac:chgData name="Аружан Жайсанбаева" userId="1c924cdf88283e82" providerId="LiveId" clId="{08D47082-CEBA-4028-8D26-8F79B0D571BC}" dt="2026-06-06T22:18:37.613" v="334" actId="1076"/>
          <ac:spMkLst>
            <pc:docMk/>
            <pc:sldMk cId="68241852" sldId="263"/>
            <ac:spMk id="2" creationId="{4D2F4CDE-603C-21D2-AF5A-0A569AB4AADD}"/>
          </ac:spMkLst>
        </pc:spChg>
        <pc:spChg chg="del">
          <ac:chgData name="Аружан Жайсанбаева" userId="1c924cdf88283e82" providerId="LiveId" clId="{08D47082-CEBA-4028-8D26-8F79B0D571BC}" dt="2026-06-06T22:12:16.774" v="281" actId="22"/>
          <ac:spMkLst>
            <pc:docMk/>
            <pc:sldMk cId="68241852" sldId="263"/>
            <ac:spMk id="3" creationId="{D1EAE516-39E4-E67E-EA04-40FBF6E72A11}"/>
          </ac:spMkLst>
        </pc:spChg>
        <pc:picChg chg="add mod ord modCrop">
          <ac:chgData name="Аружан Жайсанбаева" userId="1c924cdf88283e82" providerId="LiveId" clId="{08D47082-CEBA-4028-8D26-8F79B0D571BC}" dt="2026-06-06T22:17:50.569" v="328" actId="1076"/>
          <ac:picMkLst>
            <pc:docMk/>
            <pc:sldMk cId="68241852" sldId="263"/>
            <ac:picMk id="5" creationId="{007F3F2C-7509-F275-DFAF-6BD3B9511781}"/>
          </ac:picMkLst>
        </pc:picChg>
        <pc:picChg chg="add mod">
          <ac:chgData name="Аружан Жайсанбаева" userId="1c924cdf88283e82" providerId="LiveId" clId="{08D47082-CEBA-4028-8D26-8F79B0D571BC}" dt="2026-06-06T22:18:39.917" v="335" actId="1076"/>
          <ac:picMkLst>
            <pc:docMk/>
            <pc:sldMk cId="68241852" sldId="263"/>
            <ac:picMk id="7" creationId="{2E3DF9E5-1999-84F0-A678-096359A2D5EE}"/>
          </ac:picMkLst>
        </pc:picChg>
        <pc:inkChg chg="add">
          <ac:chgData name="Аружан Жайсанбаева" userId="1c924cdf88283e82" providerId="LiveId" clId="{08D47082-CEBA-4028-8D26-8F79B0D571BC}" dt="2026-06-06T22:13:37.943" v="287" actId="9405"/>
          <ac:inkMkLst>
            <pc:docMk/>
            <pc:sldMk cId="68241852" sldId="263"/>
            <ac:inkMk id="8" creationId="{8AA3D727-E71A-C7A7-4584-1E01A19F55BD}"/>
          </ac:inkMkLst>
        </pc:inkChg>
        <pc:inkChg chg="add">
          <ac:chgData name="Аружан Жайсанбаева" userId="1c924cdf88283e82" providerId="LiveId" clId="{08D47082-CEBA-4028-8D26-8F79B0D571BC}" dt="2026-06-06T22:13:39.758" v="288" actId="9405"/>
          <ac:inkMkLst>
            <pc:docMk/>
            <pc:sldMk cId="68241852" sldId="263"/>
            <ac:inkMk id="9" creationId="{C2266982-BEFC-1656-BB36-78644FA03EFF}"/>
          </ac:inkMkLst>
        </pc:inkChg>
        <pc:inkChg chg="add">
          <ac:chgData name="Аружан Жайсанбаева" userId="1c924cdf88283e82" providerId="LiveId" clId="{08D47082-CEBA-4028-8D26-8F79B0D571BC}" dt="2026-06-06T22:13:42.193" v="289" actId="9405"/>
          <ac:inkMkLst>
            <pc:docMk/>
            <pc:sldMk cId="68241852" sldId="263"/>
            <ac:inkMk id="10" creationId="{933AEDFC-CAAF-3D2A-0B09-C36126F849EE}"/>
          </ac:inkMkLst>
        </pc:inkChg>
        <pc:inkChg chg="add">
          <ac:chgData name="Аружан Жайсанбаева" userId="1c924cdf88283e82" providerId="LiveId" clId="{08D47082-CEBA-4028-8D26-8F79B0D571BC}" dt="2026-06-06T22:13:43.896" v="290" actId="9405"/>
          <ac:inkMkLst>
            <pc:docMk/>
            <pc:sldMk cId="68241852" sldId="263"/>
            <ac:inkMk id="11" creationId="{BE24B657-D00C-7B5E-0D2C-4946864990E2}"/>
          </ac:inkMkLst>
        </pc:inkChg>
        <pc:inkChg chg="add">
          <ac:chgData name="Аружан Жайсанбаева" userId="1c924cdf88283e82" providerId="LiveId" clId="{08D47082-CEBA-4028-8D26-8F79B0D571BC}" dt="2026-06-06T22:13:48.633" v="291" actId="9405"/>
          <ac:inkMkLst>
            <pc:docMk/>
            <pc:sldMk cId="68241852" sldId="263"/>
            <ac:inkMk id="12" creationId="{85024B21-B64C-76BA-DB1D-7E15C7939CDC}"/>
          </ac:inkMkLst>
        </pc:inkChg>
        <pc:inkChg chg="add">
          <ac:chgData name="Аружан Жайсанбаева" userId="1c924cdf88283e82" providerId="LiveId" clId="{08D47082-CEBA-4028-8D26-8F79B0D571BC}" dt="2026-06-06T22:13:50.075" v="292" actId="9405"/>
          <ac:inkMkLst>
            <pc:docMk/>
            <pc:sldMk cId="68241852" sldId="263"/>
            <ac:inkMk id="13" creationId="{C7390F78-D1D5-7541-D0C8-29C6AAE610DB}"/>
          </ac:inkMkLst>
        </pc:inkChg>
        <pc:inkChg chg="add">
          <ac:chgData name="Аружан Жайсанбаева" userId="1c924cdf88283e82" providerId="LiveId" clId="{08D47082-CEBA-4028-8D26-8F79B0D571BC}" dt="2026-06-06T22:13:51.587" v="293" actId="9405"/>
          <ac:inkMkLst>
            <pc:docMk/>
            <pc:sldMk cId="68241852" sldId="263"/>
            <ac:inkMk id="14" creationId="{0FF5E615-3B90-A4E0-ED56-66E0EC8201FC}"/>
          </ac:inkMkLst>
        </pc:inkChg>
        <pc:inkChg chg="add">
          <ac:chgData name="Аружан Жайсанбаева" userId="1c924cdf88283e82" providerId="LiveId" clId="{08D47082-CEBA-4028-8D26-8F79B0D571BC}" dt="2026-06-06T22:13:53.218" v="294" actId="9405"/>
          <ac:inkMkLst>
            <pc:docMk/>
            <pc:sldMk cId="68241852" sldId="263"/>
            <ac:inkMk id="15" creationId="{C5639CC5-DE83-C907-6D0B-2A4F60C5A31F}"/>
          </ac:inkMkLst>
        </pc:inkChg>
        <pc:inkChg chg="add">
          <ac:chgData name="Аружан Жайсанбаева" userId="1c924cdf88283e82" providerId="LiveId" clId="{08D47082-CEBA-4028-8D26-8F79B0D571BC}" dt="2026-06-06T22:13:54.582" v="295" actId="9405"/>
          <ac:inkMkLst>
            <pc:docMk/>
            <pc:sldMk cId="68241852" sldId="263"/>
            <ac:inkMk id="16" creationId="{BEA13F5A-7DEB-294A-45B0-16662322D88C}"/>
          </ac:inkMkLst>
        </pc:inkChg>
        <pc:inkChg chg="add">
          <ac:chgData name="Аружан Жайсанбаева" userId="1c924cdf88283e82" providerId="LiveId" clId="{08D47082-CEBA-4028-8D26-8F79B0D571BC}" dt="2026-06-06T22:13:56.016" v="296" actId="9405"/>
          <ac:inkMkLst>
            <pc:docMk/>
            <pc:sldMk cId="68241852" sldId="263"/>
            <ac:inkMk id="17" creationId="{B7F89CBC-DCE0-6E3F-847B-C121578B768B}"/>
          </ac:inkMkLst>
        </pc:inkChg>
        <pc:inkChg chg="add">
          <ac:chgData name="Аружан Жайсанбаева" userId="1c924cdf88283e82" providerId="LiveId" clId="{08D47082-CEBA-4028-8D26-8F79B0D571BC}" dt="2026-06-06T22:14:02.355" v="297" actId="9405"/>
          <ac:inkMkLst>
            <pc:docMk/>
            <pc:sldMk cId="68241852" sldId="263"/>
            <ac:inkMk id="18" creationId="{79533651-B66C-952B-33FE-AB62C349F95A}"/>
          </ac:inkMkLst>
        </pc:inkChg>
        <pc:inkChg chg="add del">
          <ac:chgData name="Аружан Жайсанбаева" userId="1c924cdf88283e82" providerId="LiveId" clId="{08D47082-CEBA-4028-8D26-8F79B0D571BC}" dt="2026-06-06T22:14:24.871" v="307" actId="9405"/>
          <ac:inkMkLst>
            <pc:docMk/>
            <pc:sldMk cId="68241852" sldId="263"/>
            <ac:inkMk id="19" creationId="{B17D0A71-B8DC-0008-6C7D-D785DA3CA839}"/>
          </ac:inkMkLst>
        </pc:inkChg>
        <pc:inkChg chg="add del">
          <ac:chgData name="Аружан Жайсанбаева" userId="1c924cdf88283e82" providerId="LiveId" clId="{08D47082-CEBA-4028-8D26-8F79B0D571BC}" dt="2026-06-06T22:14:24.004" v="306" actId="9405"/>
          <ac:inkMkLst>
            <pc:docMk/>
            <pc:sldMk cId="68241852" sldId="263"/>
            <ac:inkMk id="20" creationId="{A9508102-21B5-2A39-7217-29802078036D}"/>
          </ac:inkMkLst>
        </pc:inkChg>
        <pc:inkChg chg="add del">
          <ac:chgData name="Аружан Жайсанбаева" userId="1c924cdf88283e82" providerId="LiveId" clId="{08D47082-CEBA-4028-8D26-8F79B0D571BC}" dt="2026-06-06T22:14:23.274" v="305" actId="9405"/>
          <ac:inkMkLst>
            <pc:docMk/>
            <pc:sldMk cId="68241852" sldId="263"/>
            <ac:inkMk id="21" creationId="{F5A9B385-DC53-845D-3A22-558CDF86DA97}"/>
          </ac:inkMkLst>
        </pc:inkChg>
      </pc:sldChg>
      <pc:sldChg chg="addSp delSp modSp new mod">
        <pc:chgData name="Аружан Жайсанбаева" userId="1c924cdf88283e82" providerId="LiveId" clId="{08D47082-CEBA-4028-8D26-8F79B0D571BC}" dt="2026-06-06T22:20:38.957" v="355" actId="1076"/>
        <pc:sldMkLst>
          <pc:docMk/>
          <pc:sldMk cId="186384467" sldId="264"/>
        </pc:sldMkLst>
        <pc:spChg chg="mod">
          <ac:chgData name="Аружан Жайсанбаева" userId="1c924cdf88283e82" providerId="LiveId" clId="{08D47082-CEBA-4028-8D26-8F79B0D571BC}" dt="2026-06-06T22:20:22.023" v="349" actId="1076"/>
          <ac:spMkLst>
            <pc:docMk/>
            <pc:sldMk cId="186384467" sldId="264"/>
            <ac:spMk id="2" creationId="{7215711B-90AA-BB02-121A-DB317CB41594}"/>
          </ac:spMkLst>
        </pc:spChg>
        <pc:spChg chg="del">
          <ac:chgData name="Аружан Жайсанбаева" userId="1c924cdf88283e82" providerId="LiveId" clId="{08D47082-CEBA-4028-8D26-8F79B0D571BC}" dt="2026-06-06T22:19:48.687" v="345" actId="22"/>
          <ac:spMkLst>
            <pc:docMk/>
            <pc:sldMk cId="186384467" sldId="264"/>
            <ac:spMk id="3" creationId="{F9A41488-C649-C943-6A02-7E27719391C3}"/>
          </ac:spMkLst>
        </pc:spChg>
        <pc:picChg chg="add mod ord">
          <ac:chgData name="Аружан Жайсанбаева" userId="1c924cdf88283e82" providerId="LiveId" clId="{08D47082-CEBA-4028-8D26-8F79B0D571BC}" dt="2026-06-06T22:20:33.789" v="353" actId="1076"/>
          <ac:picMkLst>
            <pc:docMk/>
            <pc:sldMk cId="186384467" sldId="264"/>
            <ac:picMk id="5" creationId="{0B536971-39F1-325F-D973-956F2908DFBD}"/>
          </ac:picMkLst>
        </pc:picChg>
        <pc:picChg chg="add mod">
          <ac:chgData name="Аружан Жайсанбаева" userId="1c924cdf88283e82" providerId="LiveId" clId="{08D47082-CEBA-4028-8D26-8F79B0D571BC}" dt="2026-06-06T22:20:38.957" v="355" actId="1076"/>
          <ac:picMkLst>
            <pc:docMk/>
            <pc:sldMk cId="186384467" sldId="264"/>
            <ac:picMk id="7" creationId="{5DDCC74F-5D0E-12A1-6963-CE6A57127AE8}"/>
          </ac:picMkLst>
        </pc:picChg>
      </pc:sldChg>
      <pc:sldChg chg="addSp delSp new del mod">
        <pc:chgData name="Аружан Жайсанбаева" userId="1c924cdf88283e82" providerId="LiveId" clId="{08D47082-CEBA-4028-8D26-8F79B0D571BC}" dt="2026-06-06T22:14:19.476" v="304" actId="680"/>
        <pc:sldMkLst>
          <pc:docMk/>
          <pc:sldMk cId="3747552086" sldId="264"/>
        </pc:sldMkLst>
        <pc:inkChg chg="add del">
          <ac:chgData name="Аружан Жайсанбаева" userId="1c924cdf88283e82" providerId="LiveId" clId="{08D47082-CEBA-4028-8D26-8F79B0D571BC}" dt="2026-06-06T22:14:18.842" v="303" actId="9405"/>
          <ac:inkMkLst>
            <pc:docMk/>
            <pc:sldMk cId="3747552086" sldId="264"/>
            <ac:inkMk id="4" creationId="{DBE5135C-492A-2EF8-E6F0-76782FC128FF}"/>
          </ac:inkMkLst>
        </pc:inkChg>
      </pc:sldChg>
      <pc:sldChg chg="delSp modSp new mod">
        <pc:chgData name="Аружан Жайсанбаева" userId="1c924cdf88283e82" providerId="LiveId" clId="{08D47082-CEBA-4028-8D26-8F79B0D571BC}" dt="2026-06-06T22:22:44.189" v="397" actId="27636"/>
        <pc:sldMkLst>
          <pc:docMk/>
          <pc:sldMk cId="1363928304" sldId="265"/>
        </pc:sldMkLst>
        <pc:spChg chg="del">
          <ac:chgData name="Аружан Жайсанбаева" userId="1c924cdf88283e82" providerId="LiveId" clId="{08D47082-CEBA-4028-8D26-8F79B0D571BC}" dt="2026-06-06T22:22:38.249" v="394" actId="21"/>
          <ac:spMkLst>
            <pc:docMk/>
            <pc:sldMk cId="1363928304" sldId="265"/>
            <ac:spMk id="2" creationId="{A9F63591-1698-6370-6976-BD1A9B2DB28B}"/>
          </ac:spMkLst>
        </pc:spChg>
        <pc:spChg chg="mod">
          <ac:chgData name="Аружан Жайсанбаева" userId="1c924cdf88283e82" providerId="LiveId" clId="{08D47082-CEBA-4028-8D26-8F79B0D571BC}" dt="2026-06-06T22:22:44.189" v="397" actId="27636"/>
          <ac:spMkLst>
            <pc:docMk/>
            <pc:sldMk cId="1363928304" sldId="265"/>
            <ac:spMk id="3" creationId="{28250C2C-7DBA-27E1-01BE-BD751F32C57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37.9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4915,'605'0'3017,"304"0"6775,-70 0-4579,-815 1-5213,0 2 0,27 5 0,33 3 0,-63-10 0,-1 1 0,1 1 0,0 0 0,0 2 0,27 9 0,-26-7 0,0-1 0,1-2 0,0 0 0,32 1 0,28 4 0,-22 3 0,-27-5 0,1-1 0,45 1 0,-52-5 0,40 8 0,18 1 0,-42-7 0,-1 3 0,72 19 0,-110-25 0,11 3 0,0-2 0,0 0 0,19 0 0,-15-2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39.7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70 4915,'18'-1'578,"-1"0"0,30-7 0,-1 0 38,519-41 4003,-406 46-2743,249 29 0,222 19 3183,-300-28-3053,-237-11-1770,23 4-236,116 4 0,957-15 0,-1174 0 0,-1 0 0,1 0 0,-1-2 0,1 0 0,-1-1 0,0 0 0,13-6 0,-7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42.1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4915,'323'22'5500,"-8"26"-2659,-183-26-1790,1583 143 7579,-956-161-8630,-408-6 0,266 2 0,-597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43.8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4915,'7'0'153,"59"0"819,-1 2 1,94 15 0,-73 1-492,-40-7-27,1-2 1,0-2 0,69 1 0,-92-7-142,1 2 0,28 5 0,-25-3 104,37 1-1,315-5 2380,-182-2-1297,-178 1-1469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48.6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1245 72 4915,'-174'-11'2291,"41"0"-1279,-69-1 570,-123-2 423,293 13-1571,-52-10 0,51 6-5,-45-2 1,-86 8 801,144-1-1201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50.0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4915,'154'7'2397,"224"39"-1,-293-33-2017,-25-7 286,1-3-1,65-5 1,-23 0 45,-35 1-192,75 3 598,-123 0-896,-1 2 0,0 1-1,21 7 1,-23-6-29,-1-1 0,1-1 0,0-1 0,29 3 0,-27-6-161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51.5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4915,'337'24'3700,"-15"0"-1398,290-25 1873,-565-3-3782,-27-2-351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53.2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74 4915,'32'-2'541,"0"-2"0,-1 0 0,57-18 0,6 0 327,-40 14-315,88-3 0,57 12 990,-71 1-588,-108-2-925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54.5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4915,'659'0'5377,"-639"0"-5347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3:56.0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4915,'952'37'10452,"-4"54"-4364,-456-44-4827,-260-27-1040,91-1-221,-67-6 0,117-5 0,-346-8 0,-8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22:14:02.3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9FF09-CE46-CFDC-BF01-12E3CDE4D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C88178-9DDC-E83A-7C6B-169081828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A848ED-50FF-C9E5-FD91-6BE9A293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D95688-6E9B-97F1-A1C3-80AD1140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77E220-5C34-67B1-B0F9-98250D4F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319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0A53D-BD03-E86C-9A7C-DA749F7C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8360AC-18EB-75A1-2D2A-7822A4CCE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7C0983-B884-6B64-068D-2BB31D36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363843-3E95-C144-3024-467C6AACF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3CA5D7-A5EA-36BA-F138-F8CEE16B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2051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E544E-3332-EE0E-CDD6-5807FCFE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0CFB6E-F5C3-2F74-5655-80A4E01FF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F54FF-67EE-94B5-3A6C-A35E2003D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3556FC-47E5-F365-8B22-0A6D21B9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C3EB64-5348-E650-812D-B2A9D778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6639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17631-D5F4-B82A-B090-EE78C7C5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7A58E9-0D78-54B0-A4D6-22A158D43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83C0D0-DCE2-F192-34B3-2F1536B28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7559A7-33DC-F081-ED0E-D162102F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35AF1F-5DFE-04CB-A9CC-065C9B6B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C9FB39-443D-8A89-52A7-BDFA92C3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152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E5EA0-B54E-E451-3523-4EF149DE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E1050C-8230-8C47-0F07-F861FC12F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0339E2-CF16-B01C-511A-B7D33CB1C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BE449A7-EE9B-F318-4221-8CF759D7F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D306F0-478F-CDAB-2E5D-BB3247AD7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B05EC4-7878-3138-049C-5BDEA79D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0C2AA9-9DD0-CEC6-825D-611897F7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746E00-1F09-E13A-A447-2CF2BAEA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628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53ECD-0411-7999-EEB1-AC11D93C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132034-DE16-4F2F-9219-34100F481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44CB06-461B-7224-9ECC-116E89FB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CE5114-6486-8BC2-21A1-12B0343A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656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903E52D-0E1D-4856-7C70-CE42BA6C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1AC851-748E-AD72-5830-CC2449FE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5EA2C6-FFA1-8E30-358F-BEA61B73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385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7A6813-AF9C-5367-A087-D2673FE72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532542-916F-AB23-143C-E6DA8442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2B7A6F-D0A6-56CF-AF7E-9C757513B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31AF13-F680-20DB-28BC-B4293F9FA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347ADC-62B5-8527-7080-3D11AE06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E32DC8-CA7F-11ED-DD35-CFB64F22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385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D7B1D-A67D-6EC4-DD88-EC64E462D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046745-27D0-B129-E380-17A115BE2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C373C8-81A5-F1F2-6264-D8662AF36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7964C7-52B3-878F-2C14-59052A14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8E451C-4B3E-824A-0A57-0E66714E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4A48B7-E0A2-4E72-B0C3-E3855E61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263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35515-157E-F733-32FC-CE150625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F9BF59-0969-1425-8D38-7F72921C2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1E9FE0-9B52-E3F7-ABB8-85278F22B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1983D9-04EE-6FB8-D889-D9C4B826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95C16A-E342-2DB4-24E7-9EC74A56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8111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6ED653-6606-49EF-351D-2E0E4DC33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E4685C-41B8-6792-FA90-ED3095444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E1411C-9F96-F2A6-539E-025197BF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D28885-2402-E691-CF4A-EEE7301D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9C2ABF-06EB-90DD-F9DF-955E6340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9211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D77D3-31E0-6EDD-EB14-B6190228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154EE0-D578-B2CB-6E08-C752EA0E6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5F32E9-8CE3-6ED2-5C95-0E4C5945A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3B8A8-1553-4548-96EF-6785CAC32BCF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35E645-2802-EC2A-6693-46D911A9B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E9EAB-4C63-0A02-A6B5-D4F4A0EC4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62F98-4DEA-4A75-A3A5-6F5F4A158F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3.png"/><Relationship Id="rId18" Type="http://schemas.openxmlformats.org/officeDocument/2006/relationships/customXml" Target="../ink/ink8.xml"/><Relationship Id="rId3" Type="http://schemas.openxmlformats.org/officeDocument/2006/relationships/image" Target="../media/image8.png"/><Relationship Id="rId21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customXml" Target="../ink/ink5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2" Type="http://schemas.openxmlformats.org/officeDocument/2006/relationships/image" Target="../media/image7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24" Type="http://schemas.openxmlformats.org/officeDocument/2006/relationships/customXml" Target="../ink/ink11.xml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10" Type="http://schemas.openxmlformats.org/officeDocument/2006/relationships/customXml" Target="../ink/ink4.xml"/><Relationship Id="rId19" Type="http://schemas.openxmlformats.org/officeDocument/2006/relationships/image" Target="../media/image16.png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rujan04-netizen/green-api-test" TargetMode="External"/><Relationship Id="rId2" Type="http://schemas.openxmlformats.org/officeDocument/2006/relationships/hyperlink" Target="https://jarujan04-netizen.github.io/green-api-te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783F9-C78E-CBFA-06CC-9710D2E4A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1122363"/>
            <a:ext cx="973836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Тестовое задание на должность  “Специалист технической поддержки 2 линии” 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E8E08A-3152-16D7-7DA7-5B959080A6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Жайсанбаева Аружан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07.06.2026г.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911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CC81FD-1B70-9F7D-5EF8-A2A2D7E32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9490" y="1746198"/>
            <a:ext cx="4137660" cy="3614472"/>
          </a:xfrm>
        </p:spPr>
        <p:txBody>
          <a:bodyPr>
            <a:normAutofit/>
          </a:bodyPr>
          <a:lstStyle/>
          <a:p>
            <a:pPr algn="just"/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HTML-страница для работы с методами GREEN-API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Загрузи</a:t>
            </a:r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файл</a:t>
            </a:r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формой (idInstance, ApiTokenInstance) и 4 кнопками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getSettings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getStateInstance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sendMessage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sendFileByUrl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LID4096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6FCA12-81C5-285B-B290-E87A47BFD6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28234" b="38536"/>
          <a:stretch>
            <a:fillRect/>
          </a:stretch>
        </p:blipFill>
        <p:spPr>
          <a:xfrm>
            <a:off x="1017697" y="1746198"/>
            <a:ext cx="5828873" cy="245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0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0D7D9-4D55-A4A2-AC95-880825D1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Опубликовать через GitHub Pages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https://jarujan04-netizen.github.io/green-api-test/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765B8F5-3773-D1CC-6C39-22878E03D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492" y="1997766"/>
            <a:ext cx="8103016" cy="400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63BFC-92B3-06F4-E8FA-BFCF8B60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410" y="5829301"/>
            <a:ext cx="2727960" cy="605790"/>
          </a:xfrm>
        </p:spPr>
        <p:txBody>
          <a:bodyPr>
            <a:normAutofit/>
          </a:bodyPr>
          <a:lstStyle/>
          <a:p>
            <a:r>
              <a:rPr lang="kk-K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работает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632516C-EB19-63F4-BE7D-9F847FA9D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960" y="422909"/>
            <a:ext cx="7840980" cy="519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1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8CC891E-BD36-087A-194F-0E57D2204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247" y="782754"/>
            <a:ext cx="9129183" cy="44961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D90060-7406-D70B-C621-3900052939C9}"/>
              </a:ext>
            </a:extLst>
          </p:cNvPr>
          <p:cNvSpPr txBox="1"/>
          <p:nvPr/>
        </p:nvSpPr>
        <p:spPr>
          <a:xfrm>
            <a:off x="5072063" y="5613581"/>
            <a:ext cx="4529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Создаем инстанс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65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0150B-1913-52E8-56D1-CA1EB28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014" y="5608319"/>
            <a:ext cx="5676900" cy="486353"/>
          </a:xfrm>
        </p:spPr>
        <p:txBody>
          <a:bodyPr>
            <a:normAutofit fontScale="90000"/>
          </a:bodyPr>
          <a:lstStyle/>
          <a:p>
            <a:r>
              <a:rPr lang="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getSettings — Получить настройки инстанса</a:t>
            </a:r>
            <a:br>
              <a:rPr lang="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8E06209-5F58-6E1F-A6E2-75FBE5227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822" y="114868"/>
            <a:ext cx="8056197" cy="523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68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DC332-A33F-2306-5BA2-97D3FC29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258" y="4785666"/>
            <a:ext cx="6659880" cy="546129"/>
          </a:xfrm>
        </p:spPr>
        <p:txBody>
          <a:bodyPr>
            <a:normAutofit fontScale="90000"/>
          </a:bodyPr>
          <a:lstStyle/>
          <a:p>
            <a:r>
              <a:rPr lang="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getStateInstance — Получить состояние инстанса</a:t>
            </a:r>
            <a:br>
              <a:rPr lang="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443EB1B-596E-02A6-B46B-0900DF7D2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5996"/>
          <a:stretch>
            <a:fillRect/>
          </a:stretch>
        </p:blipFill>
        <p:spPr>
          <a:xfrm>
            <a:off x="509772" y="487278"/>
            <a:ext cx="11307210" cy="374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13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F4CDE-603C-21D2-AF5A-0A569AB4A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779" y="5524740"/>
            <a:ext cx="6553282" cy="636981"/>
          </a:xfrm>
        </p:spPr>
        <p:txBody>
          <a:bodyPr>
            <a:normAutofit fontScale="90000"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sendMessage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kk-K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Отправить текстовое сообщение</a:t>
            </a:r>
            <a:br>
              <a:rPr lang="kk-K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07F3F2C-7509-F275-DFAF-6BD3B9511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559"/>
          <a:stretch>
            <a:fillRect/>
          </a:stretch>
        </p:blipFill>
        <p:spPr>
          <a:xfrm>
            <a:off x="464956" y="1099883"/>
            <a:ext cx="5809620" cy="40848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3DF9E5-1999-84F0-A678-096359A2D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420" y="1422051"/>
            <a:ext cx="5340624" cy="3429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8AA3D727-E71A-C7A7-4584-1E01A19F55BD}"/>
                  </a:ext>
                </a:extLst>
              </p14:cNvPr>
              <p14:cNvContentPartPr/>
              <p14:nvPr/>
            </p14:nvContentPartPr>
            <p14:xfrm>
              <a:off x="10396960" y="4368467"/>
              <a:ext cx="1302840" cy="6840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8AA3D727-E71A-C7A7-4584-1E01A19F55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34320" y="4305827"/>
                <a:ext cx="14284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C2266982-BEFC-1656-BB36-78644FA03EFF}"/>
                  </a:ext>
                </a:extLst>
              </p14:cNvPr>
              <p14:cNvContentPartPr/>
              <p14:nvPr/>
            </p14:nvContentPartPr>
            <p14:xfrm>
              <a:off x="10261240" y="3827027"/>
              <a:ext cx="1439640" cy="4248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C2266982-BEFC-1656-BB36-78644FA03E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98240" y="3764027"/>
                <a:ext cx="15652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933AEDFC-CAAF-3D2A-0B09-C36126F849EE}"/>
                  </a:ext>
                </a:extLst>
              </p14:cNvPr>
              <p14:cNvContentPartPr/>
              <p14:nvPr/>
            </p14:nvContentPartPr>
            <p14:xfrm>
              <a:off x="10125880" y="2793827"/>
              <a:ext cx="1523880" cy="94320"/>
            </p14:xfrm>
          </p:contentPart>
        </mc:Choice>
        <mc:Fallback xmlns=""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933AEDFC-CAAF-3D2A-0B09-C36126F849E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62880" y="2730827"/>
                <a:ext cx="16495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BE24B657-D00C-7B5E-0D2C-4946864990E2}"/>
                  </a:ext>
                </a:extLst>
              </p14:cNvPr>
              <p14:cNvContentPartPr/>
              <p14:nvPr/>
            </p14:nvContentPartPr>
            <p14:xfrm>
              <a:off x="11048920" y="3149147"/>
              <a:ext cx="515880" cy="35280"/>
            </p14:xfrm>
          </p:contentPart>
        </mc:Choice>
        <mc:Fallback xmlns=""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BE24B657-D00C-7B5E-0D2C-4946864990E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85920" y="3086507"/>
                <a:ext cx="6415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85024B21-B64C-76BA-DB1D-7E15C7939CDC}"/>
                  </a:ext>
                </a:extLst>
              </p14:cNvPr>
              <p14:cNvContentPartPr/>
              <p14:nvPr/>
            </p14:nvContentPartPr>
            <p14:xfrm>
              <a:off x="11168440" y="3360827"/>
              <a:ext cx="448200" cy="2628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85024B21-B64C-76BA-DB1D-7E15C7939CD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05440" y="3297827"/>
                <a:ext cx="5738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C7390F78-D1D5-7541-D0C8-29C6AAE610DB}"/>
                  </a:ext>
                </a:extLst>
              </p14:cNvPr>
              <p14:cNvContentPartPr/>
              <p14:nvPr/>
            </p14:nvContentPartPr>
            <p14:xfrm>
              <a:off x="11107960" y="3496547"/>
              <a:ext cx="507240" cy="43200"/>
            </p14:xfrm>
          </p:contentPart>
        </mc:Choice>
        <mc:Fallback xmlns=""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C7390F78-D1D5-7541-D0C8-29C6AAE610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044960" y="3433547"/>
                <a:ext cx="6328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0FF5E615-3B90-A4E0-ED56-66E0EC8201FC}"/>
                  </a:ext>
                </a:extLst>
              </p14:cNvPr>
              <p14:cNvContentPartPr/>
              <p14:nvPr/>
            </p14:nvContentPartPr>
            <p14:xfrm>
              <a:off x="11125240" y="4140227"/>
              <a:ext cx="482040" cy="17640"/>
            </p14:xfrm>
          </p:contentPart>
        </mc:Choice>
        <mc:Fallback xmlns=""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0FF5E615-3B90-A4E0-ED56-66E0EC8201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062240" y="4077227"/>
                <a:ext cx="6076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C5639CC5-DE83-C907-6D0B-2A4F60C5A31F}"/>
                  </a:ext>
                </a:extLst>
              </p14:cNvPr>
              <p14:cNvContentPartPr/>
              <p14:nvPr/>
            </p14:nvContentPartPr>
            <p14:xfrm>
              <a:off x="11387320" y="4731347"/>
              <a:ext cx="295920" cy="27000"/>
            </p14:xfrm>
          </p:contentPart>
        </mc:Choice>
        <mc:Fallback xmlns=""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C5639CC5-DE83-C907-6D0B-2A4F60C5A31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324680" y="4668707"/>
                <a:ext cx="4215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BEA13F5A-7DEB-294A-45B0-16662322D88C}"/>
                  </a:ext>
                </a:extLst>
              </p14:cNvPr>
              <p14:cNvContentPartPr/>
              <p14:nvPr/>
            </p14:nvContentPartPr>
            <p14:xfrm>
              <a:off x="11430160" y="4944107"/>
              <a:ext cx="244800" cy="360"/>
            </p14:xfrm>
          </p:contentPart>
        </mc:Choice>
        <mc:Fallback xmlns=""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BEA13F5A-7DEB-294A-45B0-16662322D88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367160" y="4881467"/>
                <a:ext cx="3704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B7F89CBC-DCE0-6E3F-847B-C121578B768B}"/>
                  </a:ext>
                </a:extLst>
              </p14:cNvPr>
              <p14:cNvContentPartPr/>
              <p14:nvPr/>
            </p14:nvContentPartPr>
            <p14:xfrm>
              <a:off x="10557880" y="5215187"/>
              <a:ext cx="1303920" cy="8496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B7F89CBC-DCE0-6E3F-847B-C121578B768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94880" y="5152547"/>
                <a:ext cx="14295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79533651-B66C-952B-33FE-AB62C349F95A}"/>
                  </a:ext>
                </a:extLst>
              </p14:cNvPr>
              <p14:cNvContentPartPr/>
              <p14:nvPr/>
            </p14:nvContentPartPr>
            <p14:xfrm>
              <a:off x="3466980" y="1333260"/>
              <a:ext cx="360" cy="36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79533651-B66C-952B-33FE-AB62C349F95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03980" y="127026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24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5711B-90AA-BB02-121A-DB317CB4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691" y="5987712"/>
            <a:ext cx="5727700" cy="701675"/>
          </a:xfrm>
        </p:spPr>
        <p:txBody>
          <a:bodyPr>
            <a:normAutofit/>
          </a:bodyPr>
          <a:lstStyle/>
          <a:p>
            <a:r>
              <a:rPr lang="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sendFileByUrl — Отправить файл по URL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B536971-39F1-325F-D973-956F2908D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311" y="1366321"/>
            <a:ext cx="5884447" cy="40632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DCC74F-5D0E-12A1-6963-CE6A57127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159" y="1397383"/>
            <a:ext cx="5892045" cy="406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8250C2C-7DBA-27E1-01BE-BD751F32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8700"/>
            <a:ext cx="10528300" cy="977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" dirty="0"/>
              <a:t>C</a:t>
            </a:r>
            <a:r>
              <a:rPr lang="kk-KZ" dirty="0"/>
              <a:t>траница: </a:t>
            </a:r>
            <a:r>
              <a:rPr lang="" dirty="0">
                <a:hlinkClick r:id="rId2"/>
              </a:rPr>
              <a:t>https://jarujan04-netizen.github.io/green-api-test/</a:t>
            </a:r>
            <a:endParaRPr lang="" dirty="0"/>
          </a:p>
          <a:p>
            <a:pPr marL="0" indent="0">
              <a:buNone/>
            </a:pPr>
            <a:r>
              <a:rPr lang="" dirty="0"/>
              <a:t>Репозиторий</a:t>
            </a:r>
            <a:r>
              <a:rPr lang="kk-KZ" dirty="0"/>
              <a:t>: </a:t>
            </a:r>
            <a:r>
              <a:rPr lang="" dirty="0">
                <a:hlinkClick r:id="rId3"/>
              </a:rPr>
              <a:t>https://github.com/jarujan04-netizen/green-api-test</a:t>
            </a:r>
            <a:endParaRPr lang="" dirty="0"/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639283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112</Words>
  <Application>Microsoft Office PowerPoint</Application>
  <PresentationFormat>Широкоэкранный</PresentationFormat>
  <Paragraphs>13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Тема Office</vt:lpstr>
      <vt:lpstr>Тестовое задание на должность  “Специалист технической поддержки 2 линии” </vt:lpstr>
      <vt:lpstr>Презентация PowerPoint</vt:lpstr>
      <vt:lpstr>Опубликовать через GitHub Pages  https://jarujan04-netizen.github.io/green-api-test/</vt:lpstr>
      <vt:lpstr>Ссылка работает</vt:lpstr>
      <vt:lpstr>Презентация PowerPoint</vt:lpstr>
      <vt:lpstr>getSettings — Получить настройки инстанса </vt:lpstr>
      <vt:lpstr>getStateInstance — Получить состояние инстанса </vt:lpstr>
      <vt:lpstr>sendMessage — Отправить текстовое сообщение </vt:lpstr>
      <vt:lpstr>sendFileByUrl — Отправить файл по URL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Аружан Жайсанбаева</dc:creator>
  <cp:lastModifiedBy>Аружан Жайсанбаева</cp:lastModifiedBy>
  <cp:revision>1</cp:revision>
  <dcterms:created xsi:type="dcterms:W3CDTF">2026-06-06T21:49:42Z</dcterms:created>
  <dcterms:modified xsi:type="dcterms:W3CDTF">2026-06-06T22:22:50Z</dcterms:modified>
</cp:coreProperties>
</file>